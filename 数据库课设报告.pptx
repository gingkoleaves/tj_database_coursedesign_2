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1" autoAdjust="0"/>
    <p:restoredTop sz="94660"/>
  </p:normalViewPr>
  <p:slideViewPr>
    <p:cSldViewPr snapToGrid="0">
      <p:cViewPr varScale="1">
        <p:scale>
          <a:sx n="82" d="100"/>
          <a:sy n="82" d="100"/>
        </p:scale>
        <p:origin x="21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0EF08D-9EAE-A21B-0174-3E0B8D21A8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2182126-147E-292D-F16B-B80D0C42C4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9BF816-2AF6-21F1-EC38-743CA30AF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06FB9-EFEA-4BB5-9437-DA173D7479C2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841D1A-40A0-D331-A8F5-AFFE6F150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CB730A-C694-DA2B-908E-36A9E6552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6854-E076-45DF-9B62-CDEC21A38A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695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F18431-5D99-6583-245F-130385E0A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9C114D-196B-6A66-E0B7-81BFE1C26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6962DF-D065-A0F3-EBA5-5FF9379CA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06FB9-EFEA-4BB5-9437-DA173D7479C2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48F4B7-07F8-79E7-629E-13821A3DB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30EFA57-3274-E004-1D68-5211DC8E5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6854-E076-45DF-9B62-CDEC21A38A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7462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342880-52C0-CAF3-C03D-AA3A1847C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2B93560-0774-567D-22D4-FE566C02D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C0C9BC1-B775-706C-F7FD-9DFC1C224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06FB9-EFEA-4BB5-9437-DA173D7479C2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A52B4B-E4CA-3D8B-2E14-669DF00EF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AC2BEC-5EEC-ABA5-E64A-AAC75F6BF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6854-E076-45DF-9B62-CDEC21A38A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68623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FEA894-7D61-1CA2-1425-DAAD2D6F3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739900-50D0-0FE0-625C-3FAB2766A8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B238049-780D-F867-0C99-F52E8F09A6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FEAEAB-3430-22D3-1E12-F935B1F87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06FB9-EFEA-4BB5-9437-DA173D7479C2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B3E168-22D4-B0D2-9B11-BEBF8E15D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BB36228-8AC0-266B-A539-D87C3288B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6854-E076-45DF-9B62-CDEC21A38A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447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F5EF9F-9D7C-0B57-2F6E-BDE1ABD8C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670EC8-A4FB-10E1-157D-5034BC980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E5DC76-1876-E79F-CEBC-5CEEBF0F1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33FEAD8-AA9F-EEC4-BA58-E1929F12A5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B8678C2-CF06-3861-9577-EED459D6FE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45BEBEE-E1D3-3E1C-70D6-738FAD5F8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06FB9-EFEA-4BB5-9437-DA173D7479C2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BC09381-C30C-3A41-E8EF-D3D9213B09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4145777-B6EA-13C4-0168-0BC05F6F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6854-E076-45DF-9B62-CDEC21A38A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2165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2ACFAD-24CE-1A29-C5C0-F7129BBA8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65E2EDB-635D-8D44-4C3E-8F53078E7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06FB9-EFEA-4BB5-9437-DA173D7479C2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D727547-31CB-5BAB-56EB-191FA2B474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039F969-DF63-FC4C-36DD-F8A752A95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6854-E076-45DF-9B62-CDEC21A38A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86538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5529BA0-E308-79FC-53D9-F4AC77E63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06FB9-EFEA-4BB5-9437-DA173D7479C2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9B91B0A-9E2B-CF38-30F7-DABD86AEF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2EB84B-0A57-64ED-BA21-8789DFC55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6854-E076-45DF-9B62-CDEC21A38A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1036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DFF421-6FFD-64D9-188D-8B20B0215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D7BA1A-C40D-26CE-F60D-64A6E3525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25E8A7-2EBC-57B3-89C4-85EA837842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B1A739-05C4-0652-08A9-34D5AB3FE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06FB9-EFEA-4BB5-9437-DA173D7479C2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360D91-BB26-AAF8-3151-2477DEAEF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E83CAD-5CA6-DA79-18E0-9E28310B2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6854-E076-45DF-9B62-CDEC21A38A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729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C5ECFF-776C-945E-B409-04D46C8B3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F9E94C3-00F9-7B4A-6C96-EA341C5F7C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FCAB121-EE73-9461-74A9-135355A5C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C50DCF-9180-BFE6-BD6D-8CCEF14E0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06FB9-EFEA-4BB5-9437-DA173D7479C2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AE147D9-8169-188D-1987-005441C15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071856-D778-6106-9761-9350851B9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6854-E076-45DF-9B62-CDEC21A38A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01604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A37AAC-1F9E-85D2-4DDF-45B402FD0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7761C65-7FAE-7688-D117-1BE99C1131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646424-F120-D9A9-9601-659E47080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06FB9-EFEA-4BB5-9437-DA173D7479C2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CE17E6-B8E3-32F3-7369-936B46FBF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3F7A68-07AE-5E1E-727D-07D23AF59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6854-E076-45DF-9B62-CDEC21A38A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254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76D4D17-1690-2701-19DB-1839D9C8EF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641F90-3D0D-793D-E5A4-3F9A667CD4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35DFCD2-E0B3-72FD-5357-9FB373374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06FB9-EFEA-4BB5-9437-DA173D7479C2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254E125-F8FD-E526-145B-9C9A152A5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81EA5C-9B5C-1320-6A92-EE7344588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C6854-E076-45DF-9B62-CDEC21A38A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3255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8E0AE72-92A1-2BAB-FC87-07FD38D6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D1F594C-63BA-749A-4DE1-6154BBCBE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BEA09D-00A5-A309-C9C9-3DDC2BEF6B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906FB9-EFEA-4BB5-9437-DA173D7479C2}" type="datetimeFigureOut">
              <a:rPr lang="zh-CN" altLang="en-US" smtClean="0"/>
              <a:t>2025/12/24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7FDFB1-3801-73E5-9434-2A4D891E62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9F0682-4888-307D-AA2C-4F5B8E0AB6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CC6854-E076-45DF-9B62-CDEC21A38A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1167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DFD169-FCD9-809B-3CB8-FEC4A0BC34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数据库课设报告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1F820FB-9937-95D6-169F-80384252B4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2025</a:t>
            </a:r>
            <a:r>
              <a:rPr lang="zh-CN" altLang="en-US" dirty="0"/>
              <a:t>年</a:t>
            </a:r>
            <a:r>
              <a:rPr lang="en-US" altLang="zh-CN" dirty="0"/>
              <a:t>12</a:t>
            </a:r>
            <a:r>
              <a:rPr lang="zh-CN" altLang="en-US" dirty="0"/>
              <a:t>月</a:t>
            </a:r>
            <a:r>
              <a:rPr lang="en-US" altLang="zh-CN" dirty="0"/>
              <a:t>24</a:t>
            </a:r>
            <a:r>
              <a:rPr lang="zh-CN" altLang="en-US" dirty="0"/>
              <a:t>日 庄子硕</a:t>
            </a:r>
          </a:p>
        </p:txBody>
      </p:sp>
    </p:spTree>
    <p:extLst>
      <p:ext uri="{BB962C8B-B14F-4D97-AF65-F5344CB8AC3E}">
        <p14:creationId xmlns:p14="http://schemas.microsoft.com/office/powerpoint/2010/main" val="9736796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34B03B-6A1E-DE45-DE05-382ED1441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C59B062-F1E4-01DF-AE57-DC6B2BC9B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4594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C1B8B0-94DE-C8FE-F389-38FA441BB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B510A0-AAB3-DE9C-4515-0E4A74519C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914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319D2F-7911-8447-42E5-518EC7A46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578513-3245-C353-91CF-9E40C3030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525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宽屏</PresentationFormat>
  <Paragraphs>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数据库课设报告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zhuangzishuo9@gmail.com</dc:creator>
  <cp:lastModifiedBy>zhuangzishuo9@gmail.com</cp:lastModifiedBy>
  <cp:revision>2</cp:revision>
  <dcterms:created xsi:type="dcterms:W3CDTF">2025-12-24T11:29:43Z</dcterms:created>
  <dcterms:modified xsi:type="dcterms:W3CDTF">2025-12-24T11:30:00Z</dcterms:modified>
</cp:coreProperties>
</file>